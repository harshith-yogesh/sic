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Real-Time News Summarizer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AI-Powered News Summarization using LSA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Information overload: Users are overwhelmed by vast amounts of news content daily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Time constraints: Reading full articles is time-consuming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Need for quick insights: Users want key information without reading entire articles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Multiple sources: Aggregating news from various outlets is challenging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Solution needed: An automated system to summarize news articles in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Fetch live news articles from multiple RSS feeds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Extract and process full article content automatically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Generate concise, meaningful summaries using NLP techniques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Provide category-based news filtering (Politics, Sports, Tech, etc.)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Deliver summaries through an intuitive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Source: Live RSS feeds from major news outlets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Outlets: BBC, NYTimes, ESPN, CNBC, TechCrunch, Reuters, The Guardian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Categories: Politics, Cinema, Sports, Business, Technology, Health, Finance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Data Collection: Real-time fetching using feedparser library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Article Extraction: Full text scraped using BeautifulSoup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No static dataset - articles fetched dynamically on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Algorithm: LSA (Latent Semantic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Type: Extractive Summarization (selects important sentences)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Approach: Statistical/frequency-based (not deep learning)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Key Technique: Term Frequency (TF) scoring of sentences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Position Weighting: Early sentences receive higher weight (Luhn-like)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No training required - works directly on input text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Optimized for low latency real-time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Implementation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1: Fetch RSS feed data using feedparser library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2: Extract full article text from URLs using BeautifulSoup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3: Preprocess text (lowercase, remove whitespace)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4: Tokenize into sentences (split on .!? punctuation)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5: Remove stopwords and calculate word frequencies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Step 6: Score sentences and select top N for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Frontend: Streamlit web application with custom CSS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RSS Module: rss_dataset.py - handles feed fetching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Summarizer: realtime_summarizer.py - LSA-based summarization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Real-time Fetcher: rss_realtime.py - live article retrieval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Main App: app.py - integrates all components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Libraries: feedparser, BeautifulSoup, requests, Streamlit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Real-time news fetching from multiple sources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Category-based filtering (Politics, Sports, Tech, etc.)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Automatic full article extraction from URLs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Configurable summary length (number of sentences)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Position-aware sentence scoring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Clean, modern web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Python 3.x - Core programming language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Streamlit - Web application framework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feedparser - RSS feed parsing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BeautifulSoup - HTML parsing and text extraction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requests - HTTP requests for fetching articles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Regular Expressions - Text processing and tokenization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Successfully implemented real-time news summarization system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LSA algorithm provides fast, accurate extractive summaries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No training data or GPU required - lightweight solution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Scalable to multiple news sources and categories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User-friendly interface for easy news consumption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</a:defRPr>
            </a:pPr>
            <a:r>
              <a:t>• Future scope: Add more sources, sentiment analysis, multi-language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